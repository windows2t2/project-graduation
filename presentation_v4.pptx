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140" y="2218175"/>
            <a:ext cx="109677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🌍 Job Market Intelligence</a:t>
            </a:r>
            <a:r>
              <a:rPr lang="en-US" dirty="0"/>
              <a:t> </a:t>
            </a:r>
            <a:r>
              <a:rPr dirty="0"/>
              <a:t>&amp; Career Advisor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2100" y="4229100"/>
            <a:ext cx="65468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888899"/>
                </a:solidFill>
              </a:defRPr>
            </a:pPr>
            <a:r>
              <a:rPr dirty="0"/>
              <a:t>Data Science &amp; Machine Learning  </a:t>
            </a:r>
            <a:r>
              <a:rPr lang="en-US" dirty="0"/>
              <a:t>-</a:t>
            </a:r>
            <a:r>
              <a:rPr dirty="0"/>
              <a:t>  </a:t>
            </a:r>
            <a:r>
              <a:rPr dirty="0" err="1"/>
              <a:t>Ironhack</a:t>
            </a:r>
            <a:r>
              <a:rPr dirty="0"/>
              <a:t> Final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562100" y="404622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What is this project?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6000" y="1616918"/>
            <a:ext cx="8940800" cy="4421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A </a:t>
            </a:r>
            <a:r>
              <a:rPr dirty="0" err="1"/>
              <a:t>Streamlit</a:t>
            </a:r>
            <a:r>
              <a:rPr dirty="0"/>
              <a:t> dashboard for exploring the job market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Combines real salary data with AI-powered insights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4 interactive tabs — explore, predict, chat, and search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Data source: Data Science Job Salaries (Hugging Face → 607 rows)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Live job search across 7 global regions via </a:t>
            </a:r>
            <a:r>
              <a:rPr dirty="0" err="1"/>
              <a:t>Tavily</a:t>
            </a:r>
            <a:r>
              <a:rPr dirty="0"/>
              <a:t> API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🔹 AI Career Coach powered by DeepSeek + RAG (</a:t>
            </a:r>
            <a:r>
              <a:rPr dirty="0" err="1"/>
              <a:t>LangChain</a:t>
            </a:r>
            <a:r>
              <a:rPr dirty="0"/>
              <a:t> + </a:t>
            </a:r>
            <a:r>
              <a:rPr dirty="0" err="1"/>
              <a:t>ChromaDB</a:t>
            </a:r>
            <a:r>
              <a:rPr dirty="0"/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4 Interactive Tabs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430218"/>
            <a:ext cx="864870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Market Explorer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Charts &amp; metrics — salary by experience, company size, DS/ML field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Toggle between "All Data Jobs" and "DS / ML / DL Only"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Salary Predictor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Select role + experience + location → instant salary estimate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AI Career Coach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Chat with DeepSeek RAG — answers backed by real data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Live Job Finder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</a:t>
            </a:r>
            <a:r>
              <a:rPr dirty="0" err="1"/>
              <a:t>Tavily</a:t>
            </a:r>
            <a:r>
              <a:rPr dirty="0"/>
              <a:t> searches 7 regions for DS/ML/DL &amp; Aerospace jobs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Filter by field type &amp; geographic region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Market Explorer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9350" y="1371600"/>
            <a:ext cx="836295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Interactive </a:t>
            </a:r>
            <a:r>
              <a:rPr dirty="0" err="1"/>
              <a:t>Plotly</a:t>
            </a:r>
            <a:r>
              <a:rPr dirty="0"/>
              <a:t> charts embedded in </a:t>
            </a:r>
            <a:r>
              <a:rPr dirty="0" err="1"/>
              <a:t>Streamlit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Radio toggle: "All Data Jobs" vs "DS / ML / DL Only"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Filter by experience level with a dropdown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4 KPI cards: Median Salary, Mean Salary, Unique Roles, Countries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Charts include: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Salary by Experience Level (horizontal bar)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Salary by Company Size (bar)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Salary by DS/ML Field (in DS/ML mode)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Top 15 Job Titles (bar)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Salary Predictor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7450" y="1616918"/>
            <a:ext cx="8604250" cy="4421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Uses the DS/ML/DL dataset for richer predictions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3 dropdowns: Job Role → Experience Level → Location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Click "Predict Salary" → shows median salary for that exact combination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Falls back to overall median if no exact match exists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ML pipeline behind the scenes: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Regression models: Linear, Random Forest, </a:t>
            </a:r>
            <a:r>
              <a:rPr dirty="0" err="1"/>
              <a:t>XGBoost</a:t>
            </a:r>
            <a:r>
              <a:rPr dirty="0"/>
              <a:t>, </a:t>
            </a:r>
            <a:r>
              <a:rPr dirty="0" err="1"/>
              <a:t>LightGBM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Trained in notebook 02_ml_modeling.ipynb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AI Career Coach (RAG)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492250"/>
            <a:ext cx="8864600" cy="4421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Chat interface powered by DeepSeek (OpenAI-compatible)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Retrieval-Augmented Generation (RAG) pipeline: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Documents built from salary data rows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Embeddings: sentence-transformers/all-MiniLM-L6-v2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Vector store: </a:t>
            </a:r>
            <a:r>
              <a:rPr dirty="0" err="1"/>
              <a:t>ChromaDB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→ LLM: DeepSeek Chat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Answers career questions backed by real market data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Built in notebook 03_rag_build.ipynb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50900" y="18288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Live Job Finder — 7 Regions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18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38250" y="1037679"/>
            <a:ext cx="8261350" cy="5637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Searches the web in real-time via </a:t>
            </a:r>
            <a:r>
              <a:rPr dirty="0" err="1"/>
              <a:t>Tavily</a:t>
            </a:r>
            <a:r>
              <a:rPr dirty="0"/>
              <a:t> API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6 geographic regions + 1 field category: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Europe  |  Middle East  |  China  |  Russia  |  South America  |  East Asia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🛩️ Aerospace — aircraft structural designer, airframe, composites, maintenance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Two filter dropdowns: 🎯 Field (DS/ML/DL or Aerospace) + 📍 Region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Stacked bar chart: shows DS/ML/DL vs Aerospace split per region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Browse results in expandable cards with direct links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• 📥 Export all jobs as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332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80160"/>
            <a:ext cx="1828800" cy="2743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0300" y="1371600"/>
            <a:ext cx="781050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Data &amp; EDA       Pandas, NumPy, Matplotlib, Seaborn, </a:t>
            </a:r>
            <a:r>
              <a:rPr dirty="0" err="1"/>
              <a:t>Plotly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Machine Learning  Scikit-learn (Linear, Random Forest), </a:t>
            </a:r>
            <a:r>
              <a:rPr dirty="0" err="1"/>
              <a:t>XGBoost</a:t>
            </a:r>
            <a:r>
              <a:rPr dirty="0"/>
              <a:t>, </a:t>
            </a:r>
            <a:r>
              <a:rPr dirty="0" err="1"/>
              <a:t>LightGBM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Gen AI / RAG      DeepSeek (OpenAI-compatible), </a:t>
            </a:r>
            <a:r>
              <a:rPr dirty="0" err="1"/>
              <a:t>LangChain</a:t>
            </a:r>
            <a:r>
              <a:rPr dirty="0"/>
              <a:t>, </a:t>
            </a:r>
            <a:r>
              <a:rPr dirty="0" err="1"/>
              <a:t>ChromaDB</a:t>
            </a: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             </a:t>
            </a:r>
            <a:r>
              <a:rPr dirty="0" err="1"/>
              <a:t>HuggingFace</a:t>
            </a:r>
            <a:r>
              <a:rPr dirty="0"/>
              <a:t> embeddings (all-MiniLM-L6-v2)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App               </a:t>
            </a:r>
            <a:r>
              <a:rPr dirty="0" err="1"/>
              <a:t>Streamlit</a:t>
            </a:r>
            <a:r>
              <a:rPr dirty="0"/>
              <a:t> — 4-tab dashboard, @st.cache_data, </a:t>
            </a:r>
            <a:r>
              <a:rPr dirty="0" err="1"/>
              <a:t>Plotly</a:t>
            </a:r>
            <a:r>
              <a:rPr dirty="0"/>
              <a:t> charts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Live Search       </a:t>
            </a:r>
            <a:r>
              <a:rPr dirty="0" err="1"/>
              <a:t>Tavily</a:t>
            </a:r>
            <a:r>
              <a:rPr dirty="0"/>
              <a:t> API — 7 regions, real-time web scraping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endParaRPr dirty="0"/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Datasets          Hugging Face (no Kaggle account needed)</a:t>
            </a:r>
          </a:p>
          <a:p>
            <a:pPr>
              <a:spcAft>
                <a:spcPts val="1000"/>
              </a:spcAft>
              <a:defRPr sz="1800">
                <a:solidFill>
                  <a:srgbClr val="F0F0F5"/>
                </a:solidFill>
              </a:defRPr>
            </a:pPr>
            <a:r>
              <a:rPr dirty="0"/>
              <a:t>                   ds_salaries.csv — 607 rows, 12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r>
              <a:t>Job Market Intelligence  |  Ironhack Final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33274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rPr dirty="0"/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0096D6"/>
                </a:solidFill>
              </a:defRPr>
            </a:pPr>
            <a:r>
              <a:t>streamlit run app/streamlit_app.py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6591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888899"/>
                </a:solidFill>
              </a:defRPr>
            </a:pPr>
            <a:r>
              <a:t>github.com/windows2t2/project-ds-ml-end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88899"/>
                </a:solidFill>
              </a:defRPr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690</Words>
  <Application>Microsoft Office PowerPoint</Application>
  <PresentationFormat>Widescreen</PresentationFormat>
  <Paragraphs>105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Octavian L .</cp:lastModifiedBy>
  <cp:revision>2</cp:revision>
  <dcterms:created xsi:type="dcterms:W3CDTF">2013-01-27T09:14:16Z</dcterms:created>
  <dcterms:modified xsi:type="dcterms:W3CDTF">2026-08-05T21:19:49Z</dcterms:modified>
  <cp:category/>
</cp:coreProperties>
</file>