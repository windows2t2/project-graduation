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22860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Job Market Intelligence</a:t>
            </a:r>
            <a:br/>
            <a:r>
              <a:t>&amp; Live Job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D5E0"/>
                </a:solidFill>
                <a:latin typeface="Calibri"/>
              </a:defRPr>
            </a:pPr>
            <a:r>
              <a:t>End-to-End Data Science Project v4 | Ironhack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All Jobs + DS/ML/DL Toggle | DeepSeek RAG | Tavily Live Job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August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v4 Brings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201168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v2: All Data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555 rows, all roles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Broad market analysis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LightGBM salary prediction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DeepSeek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201168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v3: DS/ML/DL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411 rows, 5 sub-fields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Data Science vs ML vs DL vs AI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RandomForest salary prediction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Field-specific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10332720" cy="22860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519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NEW: Live Job Finder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Tavily-powered web search across 6 regions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Europe, Middle East, China, Russia, South America, East Asia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Real-time DS/ML/DL job listings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Downloadable CSV export | Apply directly from links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657600" cy="27432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Kaggle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Data Science Job Salaries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555 rows (all) / 411 (DS/ML/DL)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49 roles, 50 countries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2020-2022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3383280" cy="27432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DS/ML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28600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Data Science: 175 jobs,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Data Eng: 145,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Machine Learning: 65,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Research: 15,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AI Specialized: 11,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645920"/>
            <a:ext cx="2743200" cy="27432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Live Jobs (Tavily)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2860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6 regions searched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Real-time results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Job titles + URLs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CSV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Streamlit App — 4 Tabs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303520" cy="13716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Tab 1: Market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g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g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: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J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/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/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x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,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z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,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f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(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13716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Tab 2: Salary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+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x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+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→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W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k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w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5303520" cy="13716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Tab 3: AI Career 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k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G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w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k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Q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u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u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/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/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91840"/>
            <a:ext cx="4846320" cy="13716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Tab 4: Live Job Finder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6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g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w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j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w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g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w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Gen AI &amp; Live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303520" cy="22860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DeepSeek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OpenAI-compatible API (not OpenAI)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ChromaDB + HuggingFace embeddings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Free &amp; local embedding model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Answers grounded in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22860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Tavily Job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Real-time web search API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2 queries per region = 12 total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Advanced search depth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Rate-limited (1.2s between calls)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10332720" cy="18288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262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Key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02920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k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(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f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2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+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3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|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f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 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o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303520" cy="41148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Small dataset (555 rows) limits ML accuracy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Tavily API key required for live search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Combining two analysis modes in one UI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LangChain API changes broke imports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No job descriptions for skill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41148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What I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End-to-end: Kaggle → ML → RAG → live web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Multi-version toggle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Tavily integration for real-time data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Building 4-tab Streamlit dashboard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DeepSeek as OpenAI alternative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Preparing Tableau-ready exports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 &amp; Future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303520" cy="41148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Unified v2+v3 with toggle switch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4-tab Streamlit dashboard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DeepSeek RAG career advisor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Tavily live job finder (6 regions)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DS/ML/DL field breakdown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ML salary prediction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Tableau data exports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PPTX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4114800"/>
          </a:xfrm>
          <a:prstGeom prst="roundRect">
            <a:avLst/>
          </a:prstGeom>
          <a:solidFill>
            <a:srgbClr val="15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Larger Kaggle datasets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Automate Tavily collection daily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Add job description scraping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Skill extraction NLP pipeline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Deploy to Streamlit Cloud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Voice input (Whisper)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Email alerts for new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943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