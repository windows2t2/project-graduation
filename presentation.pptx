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presProps" Target="presProp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40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195F0CF-237C-475A-8BDA-AE8EB23BD2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20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200" cy="39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0640" cy="63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0640" cy="3950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7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8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BF6883F-E211-42D7-914B-C69F414BD42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D2E0C91-6E6A-41A6-86F2-1293E40A277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9F5A3B8-B7CB-461A-BA97-AFF48FC8B38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4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the title text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080" cy="116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</a:t>
            </a: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560" cy="5852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080" cy="4690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B818293-5469-42B1-AD6B-004CB791DCF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320" cy="56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320" cy="41137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 defTabSz="457200">
              <a:lnSpc>
                <a:spcPct val="100000"/>
              </a:lnSpc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indent="-32400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indent="-2880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indent="-2160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indent="-216000" algn="l" defTabSz="4572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320" cy="803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C2F28865-E8C9-4D49-B845-7077F11516A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320" cy="146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AC3875B-FEB6-4757-A2DE-D123BFD060B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DD2471C-4CB5-4FC5-B12A-3588A3BDE32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320" cy="585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k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y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8840" cy="5850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5B7071C-E059-4569-8D4E-0F88CAE905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520" cy="1141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edit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title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520" cy="4524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46E3332F-4B32-4A15-994A-A94BBE23FE0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320" cy="1361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to edit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Maste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r title </a:t>
            </a: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320" cy="1499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B2DFE43-946E-45EF-A10B-D7975076A6D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TextBox 2"/>
          <p:cNvSpPr/>
          <p:nvPr/>
        </p:nvSpPr>
        <p:spPr>
          <a:xfrm>
            <a:off x="686880" y="1828800"/>
            <a:ext cx="10514520" cy="10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Job 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Market 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Intellig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ence &amp; 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Career 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Adviso</a:t>
            </a:r>
            <a:r>
              <a:rPr lang="en-US" sz="40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400"/>
              </a:spcBef>
            </a:pPr>
            <a:r>
              <a:rPr lang="en-US" sz="18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“User Manual” - </a:t>
            </a:r>
            <a:r>
              <a:rPr lang="en-US" sz="18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how the whole </a:t>
            </a:r>
            <a:r>
              <a:rPr lang="en-US" sz="18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project works, </a:t>
            </a:r>
            <a:r>
              <a:rPr lang="en-US" sz="18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file by file, from </a:t>
            </a:r>
            <a:r>
              <a:rPr lang="en-US" sz="18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raw data to the </a:t>
            </a:r>
            <a:r>
              <a:rPr lang="en-US" sz="1800" b="0" u="none" strike="noStrike">
                <a:solidFill>
                  <a:srgbClr val="555555"/>
                </a:solidFill>
                <a:effectLst/>
                <a:uFillTx/>
                <a:latin typeface="Arial"/>
                <a:ea typeface="Arial"/>
              </a:rPr>
              <a:t>dashboard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3"/>
          <p:cNvSpPr/>
          <p:nvPr/>
        </p:nvSpPr>
        <p:spPr>
          <a:xfrm>
            <a:off x="914400" y="4617360"/>
            <a:ext cx="10514520" cy="18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Ironhack Final Project — </a:t>
            </a:r>
            <a:r>
              <a:rPr lang="en-US" sz="120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Data Science &amp; Machine </a:t>
            </a:r>
            <a:r>
              <a:rPr lang="en-US" sz="1200" b="0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Learning.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2"/>
          <p:cNvSpPr/>
          <p:nvPr/>
        </p:nvSpPr>
        <p:spPr>
          <a:xfrm>
            <a:off x="641160" y="114300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Before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anything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else: the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project has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TWO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separate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worlds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3"/>
          <p:cNvSpPr/>
          <p:nvPr/>
        </p:nvSpPr>
        <p:spPr>
          <a:xfrm>
            <a:off x="457200" y="2283840"/>
            <a:ext cx="11246040" cy="274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World 1 — BUILD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time (offline, you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run it by hand)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Jupyter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notebooks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notebooks/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are the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"kitchen": they take the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raw data, clean it, train a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model and build an AI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memory.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They only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SAVE files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(CSV tables, a model, a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vector store). They are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run once, by you, not by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the website.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World 2 — RUN time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(the website, on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your machine)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One command starts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it: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.venv/bin/streamlit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run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app/streamlit_app.p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y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website only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READS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files the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notebooks produced,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and it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talks to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internet and a local model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(Qwen3 +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Tavily APIs).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  <a:spcAft>
                <a:spcPts val="601"/>
              </a:spcAft>
            </a:pP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▍  Rule of thumb: the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website never re-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calculates the data. It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reads ready-made files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that the notebooks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created.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Keep this idea in your head </a:t>
            </a: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for the whole deck: </a:t>
            </a: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notebooks BUILD files, the </a:t>
            </a: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website USES files.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TextBox 2"/>
          <p:cNvSpPr/>
          <p:nvPr/>
        </p:nvSpPr>
        <p:spPr>
          <a:xfrm>
            <a:off x="502920" y="45828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The one-page map of the project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3"/>
          <p:cNvSpPr/>
          <p:nvPr/>
        </p:nvSpPr>
        <p:spPr>
          <a:xfrm>
            <a:off x="502920" y="160020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INTERNET (downloaded once):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HuggingFace dataset  -&gt;  data/raw/ds_salaries.csv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HuggingFace model    -&gt;  (embedding model, auto-downloaded by RAG)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BUILD (notebooks, run by hand):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01_data_exploration.ipynb  -&gt;  data/processed/*.csv  +  visuals/*.png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02_ml_modeling.ipynb       -&gt;  models/salary_predictor_lgb.pkl   (not used by site)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03_rag_build.ipynb         -&gt;  chroma_db/  (AI memory, used by Tab 3)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RUN (the website, streamlit_app.py):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reads  data/processed/*.csv            -&gt;  Tabs 1 &amp; 2 (charts, salary guess)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reads  chroma_db/  +  local Qwen3 (no API key)   -&gt;  Tab 3 (AI Career Coach)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calls Tavily  +  writes SQLite DB      -&gt;  Tab 4 (Live Job Finder)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The website's only permanent memory is data/job_applications.db (SQLite). Everything else is read-only.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1F38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822960" y="2103120"/>
            <a:ext cx="10514520" cy="27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9D4E8"/>
                </a:solidFill>
                <a:effectLst/>
                <a:uFillTx/>
                <a:latin typeface="Arial"/>
                <a:ea typeface="Arial"/>
              </a:rPr>
              <a:t>PART 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99"/>
              </a:spcBef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Setup — what happens before anything runs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Installing the project and starting the website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A — setup.sh: one command installs everything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"/>
          <p:cNvSpPr/>
          <p:nvPr/>
        </p:nvSpPr>
        <p:spPr>
          <a:xfrm>
            <a:off x="502920" y="914400"/>
            <a:ext cx="11246040" cy="233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What setup.sh does, step by step: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Creates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.venv/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the private Python environment for this project.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Installs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CPU-only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version of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torch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first (needed by the AI Coach;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      the normal version bundles ~4 GB of NVIDIA GPU libraries that most laptops don't need).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Installs every library listed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requirements.txt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requirements.txt — the shopping list of libraries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Data: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pandas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numpy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 Charts: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matplotlib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seaborn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plotly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Machine learning: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scikit-learn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xgboost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lightgbm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Website: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streamlit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 AI/RAG: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langchain-*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sentence-transformers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openai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Internet search: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tavily-python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 Secrets: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python-dotenv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 API server: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fastapi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uvicorn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0"/>
          <p:cNvSpPr/>
          <p:nvPr/>
        </p:nvSpPr>
        <p:spPr>
          <a:xfrm>
            <a:off x="457200" y="3429000"/>
            <a:ext cx="1124604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.env: where the secret keys live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11"/>
          <p:cNvSpPr/>
          <p:nvPr/>
        </p:nvSpPr>
        <p:spPr>
          <a:xfrm>
            <a:off x="457200" y="3936600"/>
            <a:ext cx="11246040" cy="246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.env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is a small file YOU create (never share it, never upload it — it is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.gitignore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DEEPSEEK_API_KEY=local        # AI Coach: local Qwen3 via llama.cpp (no real key)
DEEPSEEK_BASE_URL=http://localhost:8080/v1
DEEPSEEK_MODEL=qwen3-coder-next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TAVILY_API_KEY=tvly-...     # for the Live Job Finder  (https://tavily.com)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src/utils.py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loads this file with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load_dotenv()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hands the keys to the rest of the code.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If a key is missing, that tab simply shows a warning — the rest of the website still works.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Starting the website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.venv/bin/streamlit run app/streamlit_app.py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# your browser opens  http://localhost:8501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streamlit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runs a small web server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on your own computer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(localhost). The page you see is generated from Python code.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Optional extra in requirements.txt: FastAPI + Uvicorn — a REST API server. Not used by the dashboard itself in this project.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1F38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2"/>
          <p:cNvSpPr/>
          <p:nvPr/>
        </p:nvSpPr>
        <p:spPr>
          <a:xfrm>
            <a:off x="822960" y="2103120"/>
            <a:ext cx="10514520" cy="27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9D4E8"/>
                </a:solidFill>
                <a:effectLst/>
                <a:uFillTx/>
                <a:latin typeface="Arial"/>
                <a:ea typeface="Arial"/>
              </a:rPr>
              <a:t>PART B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99"/>
              </a:spcBef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Build time — the notebooks (isolated branches)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Where the data is cleaned, the model is trained, and the AI memory is built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the raw data: where it comes from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3"/>
          <p:cNvSpPr/>
          <p:nvPr/>
        </p:nvSpPr>
        <p:spPr>
          <a:xfrm>
            <a:off x="502920" y="1097280"/>
            <a:ext cx="11246040" cy="273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File: data/raw/ds_salaries.csv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Downloaded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once from the internet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: the "Data Science Job Salaries" dataset on HuggingFace.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So yes — part of the project's data came from the internet, but it is a single static file, downloaded once and stored locally.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   After that, no internet is needed for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606 rows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one per job posting. Each row is one job with its salary.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The columns (this is the whole input of the project):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work_year | experience_level | employment_type | job_title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salary | salary_currency | salary_in_usd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employee_residence | remote_ratio | company_location | company_size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Codes used in the raw file: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=Entry,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MI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=Mid,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=Senior,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EX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=Executive. Countries are 2-letter codes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...).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LOADS this file: notebook 01 only. The website never reads this raw file.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notebook 01: Data Exploration (cleans the data)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"/>
          <p:cNvSpPr/>
          <p:nvPr/>
        </p:nvSpPr>
        <p:spPr>
          <a:xfrm>
            <a:off x="502920" y="1097280"/>
            <a:ext cx="11246040" cy="409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notebooks/01_data_exploration.ipynb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is the first recipe. Its core work is done by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src/data_loader.py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→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load_and_prepare()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data/raw/ds_salaries.csv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Cleaning steps (why: raw data is messy):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drop the unnamed index column;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drop duplicate rows;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drop rows with no salary;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remove outliers (IQR rule = keep rows inside 1.5× the middle range);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fill missing values (median for numbers, most common value for text);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6.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translate codes to words: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→Entry Level,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→Germany, ... (maps live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data_loader.py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7.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build a smaller subset of DS/ML/DL jobs (keyword filter on the title) and tag each with a field: Data Science, Machine Learning,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      Deep Learning, NLP/CV, Data Engineering, MLOps/AI, Research, Other.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 (the files the website will later read):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data/processed/all_jobs.csv           (555 rows — every cleaned job)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data/processed/ds_ml_dl_jobs.csv    (411 rows — DS/ML/DL subset + ds_ml_field)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visuals/salary_distribution.png  salary_by_experience_boxplot.png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visuals/salary_by_dsml_field.png  correlation_heatmap.png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The rest of notebook 01 is EDA = printing statistics and saving those charts. It only reads + saves; the website never reruns it.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the two output CSVs (what the website actually reads)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data/processed/all_jobs.csv — the full cleaned table (555 rows)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work_year, experience_level, employment_type, job_title,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salary, salary_currency, salary_in_usd, employee_residence,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remote_ratio, company_location, company_size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data/processed/ds_ml_dl_jobs.csv — only DS/ML/DL jobs (411 rows)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Same columns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plus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one extra column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ds_ml_field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(the job's category: Data Science / ML / DL / ...).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How the website uses them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On startup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app/streamlit_app.py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calls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load_data()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which reads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both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files with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pandas.read_csv()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Result is cached with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@st.cache_data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the files are read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once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reused for all visitors/sessions (faster).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These two files feed Tab 1 (Market Explorer) and Tab 2 (Salary Predictor).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notebook 02: ML Modeling (trains the salary model)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3"/>
          <p:cNvSpPr/>
          <p:nvPr/>
        </p:nvSpPr>
        <p:spPr>
          <a:xfrm>
            <a:off x="502920" y="1097280"/>
            <a:ext cx="11246040" cy="36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notebooks/02_ml_modeling.ipynb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answers: *can a computer predict a salary from a job's features?*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data/processed/all_jobs.csv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Prepare: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turn text categories (job title, location, ...) into numbers (LabelEncoder), build the feature matrix, split 80% train / 20% test.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Train 4 models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(all open-source algorithms): Linear Regression, Random Forest, XGBoost, LightGBM.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Measure quality: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MAE, RMSE, R², plus 5-fold cross-validation.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Pick the winner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save it: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models/salary_predictor_lgb.pkl   (the trained LightGBM model)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visuals/feature_importance.png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visuals/residual_plot.png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How was the model made? It was TRAINED here, on your own data. Nothing was copied from the internet —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the algorithms are libraries, but the trained "weights" are created locally by this notebook.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2"/>
          <p:cNvSpPr/>
          <p:nvPr/>
        </p:nvSpPr>
        <p:spPr>
          <a:xfrm>
            <a:off x="502920" y="255960"/>
            <a:ext cx="1124604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note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"/>
          <p:cNvSpPr/>
          <p:nvPr/>
        </p:nvSpPr>
        <p:spPr>
          <a:xfrm>
            <a:off x="502920" y="1097280"/>
            <a:ext cx="11246040" cy="23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Salary Predictor tab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Tab 2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does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not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load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models/salary_predictor_lgb.pkl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Instead it uses a much simpler trick called a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median lookup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you pick:  Job Role  +  Experience  +  Location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the app finds every row in ds_ml_dl_jobs.csv that matches all three,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and shows the MEDIAN salary of those rows.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If no row matches exactly, it shows the overall median.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So the trained ML model is a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demonstration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of machine learning done in the notebook; the live tab uses the simpler lookup because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   it is easy to explain and needs no model file.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That is also why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may be empty right now — the notebook only creates the file when you run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Both approaches answer the same question ("what should this salary be?"), but only the notebook version is real machine learning.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notebook 03: RAG build (creates the AI Coach's memory)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notebooks/03_rag_build.ipynb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gives the AI Career Coach a local "memory" of the salary data, so its answers are based on real numbers.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data/processed/all_jobs.csv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What it does (all inside src/rag_engine.py → build_vector_store):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For every row it builds a small text document: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job_title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experience_level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employment_type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company_location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company_size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Splits long texts into chunks of 500 characters (100 overlap).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Converts every chunk into numbers —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embeddings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using the model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sentence-transformers/all-MiniLM-L6-v2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Stores all those number-lists in a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vector store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called ChromaDB.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SAVES: chroma_db/  (collection name: job_market_v4)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chroma_db/chroma.sqlite3          (the index)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chroma_db/&lt;hash&gt;/data_level0.bin   (the stored vectors)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⚠️ The embedding model itself is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downloaded from the internet (HuggingFace)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first time — another internet dependency, but only needed once.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This output IS used by the website: Tab 3 opens chroma_db when you open the AI Coach.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Box 2"/>
          <p:cNvSpPr/>
          <p:nvPr/>
        </p:nvSpPr>
        <p:spPr>
          <a:xfrm>
            <a:off x="502920" y="255960"/>
            <a:ext cx="1124604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B — what is a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vector store?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Box 3"/>
          <p:cNvSpPr/>
          <p:nvPr/>
        </p:nvSpPr>
        <p:spPr>
          <a:xfrm>
            <a:off x="502920" y="1097280"/>
            <a:ext cx="11246040" cy="141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Embeddings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= a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neural network turns a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sentence into a list of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~384 numbers.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Sentences with similar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*meaning* get similar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numbers.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"senior data scientist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in Germany"  -&gt; 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[0.12, -0.45,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0.87, ...]   (384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numbers)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ChromaDB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= a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database that stores all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those number-lists,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indexed so searching is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fast.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When you type a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question, the app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converts your question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to numbers too, then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asks Chroma: "which 5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stored chunks are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closest to this?" (top-k =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Those 5 chunks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become the *context*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the AI is allowed to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answer from — this is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the "R" of RAG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(Retrieval).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▍  Vector store =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memory of the salary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data, searchable by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meaning. It is LOCAL: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on your disk, no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internet needed to </a:t>
            </a:r>
            <a:r>
              <a:rPr lang="en-US" sz="120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search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1"/>
          <p:cNvSpPr/>
          <p:nvPr/>
        </p:nvSpPr>
        <p:spPr>
          <a:xfrm>
            <a:off x="457200" y="3200400"/>
            <a:ext cx="4226040" cy="42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Summary of every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</a:rPr>
              <a:t>model used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0" name="Table 1"/>
          <p:cNvGraphicFramePr/>
          <p:nvPr/>
        </p:nvGraphicFramePr>
        <p:xfrm>
          <a:off x="461880" y="3774960"/>
          <a:ext cx="11246760" cy="2410200"/>
        </p:xfrm>
        <a:graphic>
          <a:graphicData uri="http://schemas.openxmlformats.org/drawingml/2006/table">
            <a:tbl>
              <a:tblPr/>
              <a:tblGrid>
                <a:gridCol w="3017520"/>
                <a:gridCol w="1783080"/>
                <a:gridCol w="3748680"/>
                <a:gridCol w="2697480"/>
              </a:tblGrid>
              <a:tr h="365760"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onsolas"/>
                        </a:rPr>
                        <a:t>Model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Type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rPr>
                        <a:t>Where it comes from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onsolas"/>
                        </a:rPr>
                        <a:t>See it in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</a:rPr>
                        <a:t>Linear / Random Forest / XGBoost / LightGBM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onsolas"/>
                        </a:rPr>
                        <a:t>(regression + classification)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Classic ML — salary &amp; job-</a:t>
                      </a: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category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Built locally: trained on your </a:t>
                      </a: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CSV </a:t>
                      </a: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(data/raw/ds_salaries.csv)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B4F6E"/>
                          </a:solidFill>
                          <a:effectLst/>
                          <a:uFillTx/>
                          <a:latin typeface="Consolas"/>
                        </a:rPr>
                        <a:t>src/models.py · </a:t>
                      </a:r>
                      <a:r>
                        <a:rPr lang="en-US" sz="950" b="0" u="none" strike="noStrike">
                          <a:solidFill>
                            <a:srgbClr val="0B4F6E"/>
                          </a:solidFill>
                          <a:effectLst/>
                          <a:uFillTx/>
                          <a:latin typeface="Consolas"/>
                        </a:rPr>
                        <a:t>02_ml_modeling.ipynb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</a:rPr>
                        <a:t>sentence-</a:t>
                      </a: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</a:rPr>
                        <a:t>transformers/all-</a:t>
                      </a: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</a:rPr>
                        <a:t>MiniLM-L6-v2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Embedding — text → ~384 </a:t>
                      </a: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numbers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Downloaded from HuggingFace on first run (cached locally)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B4F6E"/>
                          </a:solidFill>
                          <a:effectLst/>
                          <a:uFillTx/>
                          <a:latin typeface="Consolas"/>
                        </a:rPr>
                        <a:t>src/rag_engine.py (EMBEDDING_MODEL)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r>
                        <a:t>Qwen3-Coder-Next (qwen3-coder-next)</a:t>
                      </a: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LLM — writes the AI Coach answers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r>
                        <a:t>Runs locally via llama.cpp (llama-server on :8080) — no API key</a:t>
                      </a: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B4F6E"/>
                          </a:solidFill>
                          <a:effectLst/>
                          <a:uFillTx/>
                          <a:latin typeface="Consolas"/>
                        </a:rPr>
                        <a:t>src/utils.py · src/rag_engine.py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3760"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</a:rPr>
                        <a:t>Tavily search API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Web search — finds live jobs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</a:rPr>
                        <a:t>Remote API over the internet (cloud; key in .env)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0B4F6E"/>
                          </a:solidFill>
                          <a:effectLst/>
                          <a:uFillTx/>
                          <a:latin typeface="Consolas"/>
                        </a:rPr>
                        <a:t>src/tavily_job_finder.py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1" name="TextBox 5"/>
          <p:cNvSpPr/>
          <p:nvPr/>
        </p:nvSpPr>
        <p:spPr>
          <a:xfrm>
            <a:off x="457200" y="5715000"/>
            <a:ext cx="604692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Bottom line: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the ML models are BUILT here (on your data);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the embedding is DOWNLOADED once; 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50" b="0" u="none" strike="noStrike">
                <a:solidFill>
                  <a:srgbClr val="8A8A8A"/>
                </a:solidFill>
                <a:effectLst/>
                <a:uFillTx/>
                <a:latin typeface="Arial"/>
              </a:rPr>
              <a:t>the LLM now runs LOCALLY via llama.cpp (no API key) — the website never downloads a model file; only the search is a remote API.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1F38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TextBox 2"/>
          <p:cNvSpPr/>
          <p:nvPr/>
        </p:nvSpPr>
        <p:spPr>
          <a:xfrm>
            <a:off x="822960" y="2103120"/>
            <a:ext cx="10514520" cy="27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9D4E8"/>
                </a:solidFill>
                <a:effectLst/>
                <a:uFillTx/>
                <a:latin typeface="Arial"/>
                <a:ea typeface="Arial"/>
              </a:rPr>
              <a:t>PART 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99"/>
              </a:spcBef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Run 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time — 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the 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website 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(streaml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it_app.p</a:t>
            </a: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y)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What loads, what </a:t>
            </a: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saves, and how </a:t>
            </a: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each of the 4 tabs </a:t>
            </a: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works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the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website: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startup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.venv/bin/streamlit run app/streamlit_app.py   -&gt;  http://localhost:8501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What happens when the page starts: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st.set_page_config(...)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page title, icon, wide layout.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load_data()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LOADS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data/processed/all_jobs.csv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ds_ml_dl_jobs.csv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cached with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@st.cache_data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(read once, reused).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Builds the 4 tabs: Market Explorer, Salary Predictor, AI Career Coach, Live Job Finder.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AI Coach is *lazy*: it only opens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creates the local Qwen3 client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get_rag()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when you actually open Tab 3.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src/utils.py — the shared brain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Defines the folder paths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data/raw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), loads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.env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and returns the model &amp; search configs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(from .env)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/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/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Every other module imports its paths from here — so paths are defined in exactly one place.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Tab 1: Market Explorer (read-only)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the two CSVs (from the startup cache)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A radio toggle chooses the scope: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All Data Jobs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all_jobs.csv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or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DS / ML / DL Only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ds_ml_dl_jobs.csv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A dropdown filters by experience level.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Shows 4 KPI cards: Median Salary, Mean Salary, Unique Roles, Countries.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Shows 4 interactive charts (Plotly): salary by experience, salary by company size, salary by DS/ML field, top 15 job titles.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SAVES: nothing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Pure read + display. The charts are drawn live in the page; nothing is written to disk.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The charts are computed on the fly with pandas (group by + median) — the notebook's PNG charts were for exploration; here they are interactive instead.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6"/>
          <p:cNvSpPr/>
          <p:nvPr/>
        </p:nvSpPr>
        <p:spPr>
          <a:xfrm>
            <a:off x="502920" y="3657600"/>
            <a:ext cx="1124604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Tab 2: Salary Predictor (read-only)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7"/>
          <p:cNvSpPr/>
          <p:nvPr/>
        </p:nvSpPr>
        <p:spPr>
          <a:xfrm>
            <a:off x="412560" y="4392720"/>
            <a:ext cx="11246040" cy="200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ds_ml_dl_jobs.csv (richer data, so it is used by default)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Three dropdowns: Job Role, Experience, Location (Tunisia is always offered as an extra option).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Button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Predict Salary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→ finds every row matching all three selections → shows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median salary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of those rows.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If no exact match exists → shows the overall median instead (with a note).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SAVES: nothing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Again: read-only. No ML model file is loaded here (see the earlier "honest note" slide).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Why median and not mean? The median is less distorted by a few very high salaries — a safer "typical" value.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Tab 3: AI Career Coach (RAG), step by step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LOADS: chroma_db/ vector store (local) + creates a local Qwen3 client (llama.cpp)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No API key needed —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Qwen3-Coder-Next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runs locally via llama.cpp.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For every question you type: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your question is converted to embeddings (same model as the build step);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ChromaDB searches the local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returns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 most relevant chunks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(this is local — no internet);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 prompt is built: *"Answer ONLY using this job-market data: &lt;5 chunks&gt;"*;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prompt is sent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locally to the Qwen3-Coder-Next model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http://localhost:8080/v1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model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qwen3-coder-next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— the actual "brain";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answer comes back and is shown; the chat history is kept in the page memory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st.session_state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SAVES: nothing to disk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Chat history lives only in the browser session. If chroma_db is missing, the tab says: *"Run the data pipeline + RAG build first."*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So: everything is local — the memory AND the intelligence (Qwen3). No data ever leaves your machine.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src/rag_engine.py (the module behind Tab 3)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build_vector_store(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df, text_columns,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collection_name)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builds chroma_db (used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by notebook 03).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load_vector_store("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job_market_v4")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opens the existing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chroma_db (used by the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app).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create_rag_chain(vs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returns a retriever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(top-k=5) + the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Qwen3 client (local).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ask(chain,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question)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the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pipeline: retrieve → build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prompt → call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Qwen3 → return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{answer, sources}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Settings that matter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(constants in this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file):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CHUNK_SIZE    = 500  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# characters per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stored chunk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CHUNK_OVERLAP = 100  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# overlap between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neighbouring chunks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EMBEDDING_MODEL =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"sentence-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transformers/all-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MiniLM-L6-v2"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retriever k = 5      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# how many chunks are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used as context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temperature = 0.3    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# low = factual, not </a:t>
            </a: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creative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Qwen3 is called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through the standard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OpenAI Python library (it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is OpenAI-compatible)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— that is why the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openai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package is in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requirements.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Tab 4: Live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Job Finder (the only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tab that WRITES data)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Needs TAVILY_API_KEY —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otherwise the tab shows a warning.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Button: "🔍 Collect New Jobs"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Calls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Tavily search API over the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internet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(src/tavily_job_finder.py →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collect_live_jobs()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Searches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7 buckets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: Europe, Middle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East, China, Russia, South America, East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Asia (6 regions) + Aerospace (a field, not a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region). Each has 2–3 prepared search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queries.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Collects per result: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region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title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url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snippet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(first 300 chars),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collected_at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Removes duplicate URLs.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Classifies each job into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💻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DS/ML/DL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🛩️ Aerospace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or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📋 Other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by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looking for keywords in the title/snippet.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SAVES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the jobs into the local SQLite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database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data/job_applications.db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via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src/applications.py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→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save_jobs()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Also writes a backup copy to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data/processed/live_jobs.csv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(but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the app reads from the database, not from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that CSV).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Then it re-loads and shows </a:t>
            </a: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everything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Filters by field, region and status (not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applied / applied). Chart of jobs by region.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Browse each job in a dropdown with a link.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A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Download 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button exports the 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whole table.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The search takes ~30–60 s because it waits 1.2 </a:t>
            </a: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s between API calls to respect Tavily's rate limit.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the SQLite database (how jobs are </a:t>
            </a: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remembered)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File: data/job_applications.db  — one table: live_jobs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job_id      INTEGER  (auto number)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region      TEXT     (Europe / Middle East / ... / Aerospace)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title       TEXT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url         TEXT  UNIQUE   &lt;- the dedup key: same URL = same job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snippet     TEXT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field       TEXT     (DS/ML/DL | Aerospace | Other)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email       TEXT     (contact email, auto-extracted, editable)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collected_at TEXT    (when found)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applied     INTEGER  0/1    &lt;- 0 = not applied, 1 = applied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applied_at  TEXT     (when you applied)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Why two rules matter: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url UNIQUE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→ a job is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never stored twice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even if you click Collect many times (INSERT OR IGNORE).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applied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flag → a job is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never applied to twice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; applied jobs are marked and hidden from the "Not applied" list.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Who creates this file?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website itself, automatically,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src/applications.py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init_db()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runs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CREATE TABLE IF NOT EXISTS live_jobs ...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 No manual setup.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Functions: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save_jobs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(INSERT),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load_jobs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(SELECT),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mark_applied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(UPDATE),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extract_email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(regex),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list_pdfs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send_application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C — the Apply flow (actually sending your CV by email)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In the "✉️ Apply to Jobs" sub-tab: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 table lists the jobs with a checkbox column; you tick the ones to apply to (jobs already applied to are disabled).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You write an email subject + body (placeholders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{title}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get filled per job).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You type the path to your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CV folder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; the app lists every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.pdf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 it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list_pdfs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and shows what will be attached.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Click "Send applications" → for each selected job it sends a real email via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SMTP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(internet, using your email account) with the PDFs attached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send_application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stdlib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smtplib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5.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On success it marks the job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applied=1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 the database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mark_applied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and refreshes — the job is now shown as "✅ Applied" and will never be offered again.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SMTP settings come from .env (optional):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SMTP_HOST=...  SMTP_PORT=587  SMTP_USER=...  SMTP_PASS=...  EMAIL_FROM=you@example.com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If these are not set, the send button shows an error and nothing is sent. The contact email per job is auto-extracted from the search snippet (handles obfuscated forms like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name [at] domain [dot] com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and can be edited before sending.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So yes — the website can genuinely email your CV. That is the only place in the whole project where it sends data out to your inbox.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1F38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Box 2"/>
          <p:cNvSpPr/>
          <p:nvPr/>
        </p:nvSpPr>
        <p:spPr>
          <a:xfrm>
            <a:off x="822960" y="2103120"/>
            <a:ext cx="10514520" cy="27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9D4E8"/>
                </a:solidFill>
                <a:effectLst/>
                <a:uFillTx/>
                <a:latin typeface="Arial"/>
                <a:ea typeface="Arial"/>
              </a:rPr>
              <a:t>PART 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99"/>
              </a:spcBef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SQL — what it is and where it lives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The language of databases, and the two blueprint files in sql/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D — SQL: the language the database speaks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SQL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= Structured Query Language. It is the language used to ask a database things like *"give me all rows where ..."* or *"set this value ..."*.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Does the website use SQL? Yes — automatically, behind the scenes.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Every time the Live Job Finder saves or loads a job,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src/applications.py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sends a SQL statement to the SQLite database. You never see it, but it is happening: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INSERT INTO live_jobs (region, title, url, ...) VALUES (...)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INSERT OR IGNORE ...   -- same url -&gt; ignored, no duplicate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SELECT * FROM live_jobs ORDER BY job_id DESC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UPDATE live_jobs SET applied = 1, applied_at = ? WHERE url = ?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The sql/ folder = two BLUEPRINT (documentation) files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These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.sql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files are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not run by the website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They are written documentation of the table structure, plus example queries for you to run by hand.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sql/applications_schema.sql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documents the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live_jobs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table that the app creates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data/job_applications.db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, with example queries.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sql/schema.sql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an EXAMPLE of how the salary data *could* be stored in a normalised 3-table design (locations, companies, jobs) with sample analysis queries. Purely educational — the app does not use this schema.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D — running the SQL yourself (optional, by hand)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You can inspect the real database that the website writes to: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sqlite3 data/job_applications.db "SELECT * FROM live_jobs;"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sqlite3 data/job_applications.db "SELECT title, applied FROM live_jobs;"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sqlite3 data/job_applications.db \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   "SELECT COUNT(*) AS total, SUM(applied) AS applied FROM live_jobs;"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Example analysis queries from sql/schema.sql (against the example schema):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-- average salary by experience level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SELECT j.experience_level, ROUND(AVG(j.salary_in_usd),0) AS avg_salary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FROM jobs j GROUP BY j.experience_level ORDER BY avg_salary DESC;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-- top 10 highest-paying job titles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SELECT j.job_title, ROUND(AVG(j.salary_in_usd),0) AS avg_salary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FROM jobs j GROUP BY j.job_title ORDER BY avg_salary DESC LIMIT 10;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-- remote work trends by year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SELECT j.work_year, CASE WHEN j.remote_ratio=0 THEN 'On-site' ... END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FROM jobs j GROUP BY j.work_year, remote_type;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400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Note: </a:t>
            </a:r>
            <a:r>
              <a:rPr lang="en-US" sz="95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sql/schema.sql</a:t>
            </a: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 needs its own database file (e.g. job_market.db) — it is a separate, example schema, not the live one. The live one lives at data/job_applications.db.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Rectangle 1"/>
          <p:cNvSpPr/>
          <p:nvPr/>
        </p:nvSpPr>
        <p:spPr>
          <a:xfrm>
            <a:off x="0" y="0"/>
            <a:ext cx="12190680" cy="6856920"/>
          </a:xfrm>
          <a:prstGeom prst="rect">
            <a:avLst/>
          </a:prstGeom>
          <a:solidFill>
            <a:srgbClr val="1F386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Box 2"/>
          <p:cNvSpPr/>
          <p:nvPr/>
        </p:nvSpPr>
        <p:spPr>
          <a:xfrm>
            <a:off x="822960" y="2103120"/>
            <a:ext cx="10514520" cy="27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1" u="none" strike="noStrike">
                <a:solidFill>
                  <a:srgbClr val="C9D4E8"/>
                </a:solidFill>
                <a:effectLst/>
                <a:uFillTx/>
                <a:latin typeface="Arial"/>
                <a:ea typeface="Arial"/>
              </a:rPr>
              <a:t>PART 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599"/>
              </a:spcBef>
            </a:pPr>
            <a:r>
              <a:rPr lang="en-US" sz="3400" b="1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Putting it together</a:t>
            </a:r>
            <a:endParaRPr lang="en-US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1199"/>
              </a:spcBef>
            </a:pPr>
            <a:r>
              <a:rPr lang="en-US" sz="1500" b="0" u="none" strike="noStrike">
                <a:solidFill>
                  <a:srgbClr val="CFD8EA"/>
                </a:solidFill>
                <a:effectLst/>
                <a:uFillTx/>
                <a:latin typeface="Arial"/>
                <a:ea typeface="Arial"/>
              </a:rPr>
              <a:t>Are the notebooks/SQL used by the website? Other files. Full summary.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E — direct answers to the important questions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Are the Jupyter notebooks part of the website?  →  NO. They are isolated.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website never executes a notebook. The notebooks are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build-time branches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for analysis and model/AI-memory creation.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website only consumes their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output files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: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data/processed/*.csv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If you delete the notebooks, the website still works (as long as the CSVs + chroma_db exist).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Is the SQL (the sql/ files) part of the website?  →  The files are NOT; the language is.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website uses SQL internally (via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applications.py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to store jobs in SQLite — you never write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sql/*.sql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files are documentation + example queries for you to run by hand. The app does not read them.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What happens if a file is missing?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missing data/processed/*.csv  -&gt;  Tab 1/2 say "No data loaded — run the data pipeline first."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missing chroma_db/            -&gt;  Tab 3 says "Run the data pipeline + RAG build first."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missing TAVILY_API_KEY       -&gt;  Tab 4 shows a warning; rest still works (Tab 3 AI is local — no key needed)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E — the remaining files (visuals, src helpers, README)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3"/>
          <p:cNvSpPr/>
          <p:nvPr/>
        </p:nvSpPr>
        <p:spPr>
          <a:xfrm>
            <a:off x="502920" y="10972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visuals/ — optional export for Tableau (NOT part of the website)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export_for_tableau.py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reads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data/processed/*.csv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and writes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 CSV files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into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visuals/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for the external charting program Tableau: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tableau_all_jobs.csv          tableau_ds_ml_dl_jobs.csv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tableau_salary_by_experience.csv   tableau_salary_by_category.csv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tableau_remote_trends.csv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TABLEAU_GUIDE.md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explains those files and suggests dashboards. Completely isolated from the website.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src/ helper modules used mainly by the notebooks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preprocessing.py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reusable cleaning / encoding / train-test-split helpers.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reusable training + evaluation helpers (regression + classification) and save/load of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.pkl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files.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README.md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The human instructions: how to install, where to put keys, how to start the app, and the project layout.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Part E — full file-by-file: what LOADS and what SAVES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3" name="Table 3"/>
          <p:cNvGraphicFramePr/>
          <p:nvPr/>
        </p:nvGraphicFramePr>
        <p:xfrm>
          <a:off x="502920" y="1097280"/>
          <a:ext cx="11246040" cy="3602880"/>
        </p:xfrm>
        <a:graphic>
          <a:graphicData uri="http://schemas.openxmlformats.org/drawingml/2006/table">
            <a:tbl>
              <a:tblPr/>
              <a:tblGrid>
                <a:gridCol w="1795680"/>
                <a:gridCol w="3402360"/>
                <a:gridCol w="3780360"/>
                <a:gridCol w="2268000"/>
              </a:tblGrid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File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Loads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Saves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Used by website?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3864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setup.sh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— (installs)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.venv/ + packages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once, before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01_data_exploration.ipynb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data/raw/ds_salaries.csv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data/processed/*.csv, visuals/*.png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No (isolated)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02_ml_modeling.ipynb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data/processed/all_jobs.csv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models/*.pkl, visuals/*.png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No (isolated)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03_rag_build.ipynb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data/processed/all_jobs.csv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chroma_db/ (vector store)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Yes — Tab 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app/streamlit_app.py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processed CSVs + chroma_db + APIs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data/job_applications.db, live_jobs.csv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— (it IS the site)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src/data_loader.py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raw 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processed CSVs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No (via notebook 01)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src/rag_engine.py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r>
                        <a:t>chroma_db + local Qwen3 (llama.cpp)</a:t>
                      </a: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answers (nothing to disk)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Yes — Tab 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src/tavily_job_finder.py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Tavily API (internet)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data/processed/live_jobs.csv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Yes — Tab 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src/applications.py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SQLite DB, PDFs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SQLite DB (insert/update)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Yes — Tab 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src/utils.py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.env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config values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everywhere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4F7"/>
                    </a:solidFill>
                  </a:tcPr>
                </a:tc>
              </a:tr>
              <a:tr h="285480"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Consolas"/>
                          <a:ea typeface="Consolas"/>
                        </a:rPr>
                        <a:t>visuals/export_for_tableau.py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processed CSVs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visuals/tableau_*.csv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tIns="27360" rIns="54720" bIns="27360" anchor="ctr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950" b="0" u="none" strike="noStrike">
                          <a:solidFill>
                            <a:srgbClr val="1A1A1A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No (isolated)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4720" marR="54720" marT="27360" marB="2736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4" name="TextBox 4"/>
          <p:cNvSpPr/>
          <p:nvPr/>
        </p:nvSpPr>
        <p:spPr>
          <a:xfrm>
            <a:off x="502920" y="46360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i="1" u="none" strike="noStrike">
                <a:solidFill>
                  <a:srgbClr val="8A8A8A"/>
                </a:solidFill>
                <a:effectLst/>
                <a:uFillTx/>
                <a:latin typeface="Arial"/>
                <a:ea typeface="Arial"/>
              </a:rPr>
              <a:t>Summary: only the website (streamlit_app.py + its src/ helpers) runs during normal use. Everything else is a one-time build or an optional tool.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Box 2"/>
          <p:cNvSpPr/>
          <p:nvPr/>
        </p:nvSpPr>
        <p:spPr>
          <a:xfrm>
            <a:off x="502920" y="255960"/>
            <a:ext cx="1124604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The whole story in one minute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Box 3"/>
          <p:cNvSpPr/>
          <p:nvPr/>
        </p:nvSpPr>
        <p:spPr>
          <a:xfrm>
            <a:off x="457200" y="686880"/>
            <a:ext cx="11246040" cy="548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1. Data in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the dataset came from the internet once (HuggingFace) and lives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data/raw/ds_salaries.csv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2. Build (isolated)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notebook 01 cleans it into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data/processed/*.csv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; notebook 02 trains an ML model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models/*.pkl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); notebook 03 builds the AI memory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3. Website starts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streamlit run app/streamlit_app.py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reads the ready CSVs and caches them.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4. Tab 1 &amp; 2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show charts and a median-salary lookup from the CSVs. Read-only.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5. Tab 3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combines the local memory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with the local brain (Qwen3, llama.cpp) to answer career questions. Read-only for files.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6. Tab 4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goes on the internet (Tavily) to find live jobs,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saves them to SQLite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data/job_applications.db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), and can even email your CV via SMTP.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7. Memory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everything the website remembers between sessions lives in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data/job_applications.db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. Delete it and Tab 4 starts empty.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8. Never forgotten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the notebooks and 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sql/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schemas are build/documentation tools. The website never runs them.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8"/>
          <p:cNvSpPr/>
          <p:nvPr/>
        </p:nvSpPr>
        <p:spPr>
          <a:xfrm>
            <a:off x="457200" y="3093480"/>
            <a:ext cx="1124604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Local vs Internet — the full dependency map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Box 9"/>
          <p:cNvSpPr/>
          <p:nvPr/>
        </p:nvSpPr>
        <p:spPr>
          <a:xfrm>
            <a:off x="457200" y="3547080"/>
            <a:ext cx="11246040" cy="308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LOCAL — everything on your computer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300"/>
              </a:spcBef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data/raw/ds_salaries.csv          the downloaded dataset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data/processed/all_jobs.csv        cleaned data (Tabs 1-3)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data/processed/ds_ml_dl_jobs.csv   DS/ML/DL subset (Tabs 1-2)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data/processed/live_jobs.csv       backup copy of found jobs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data/job_applications.db           SQLite: found + applied jobs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chroma_db/                         AI memory (vector store)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models/                            trained ML model (demo)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.env                               your secret API keys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</a:pPr>
            <a:r>
              <a:rPr lang="en-US" sz="1350" b="1" u="none" strike="noStrike">
                <a:solidFill>
                  <a:srgbClr val="1F3864"/>
                </a:solidFill>
                <a:effectLst/>
                <a:uFillTx/>
                <a:latin typeface="Arial"/>
                <a:ea typeface="Arial"/>
              </a:rPr>
              <a:t>INTERNET — two online services + your email, all via API keys in .env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HuggingFace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— download the dataset (once) + the embedding model (once). No key.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Qwen3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local, no API key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— the AI brain for Tab 3 (llama.cpp).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Tavily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TAVILY_API_KEY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— live job search for Tab 4.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•  </a:t>
            </a:r>
            <a:r>
              <a:rPr lang="en-US" sz="1200" b="1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Your email SMTP server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 (</a:t>
            </a:r>
            <a:r>
              <a:rPr lang="en-US" sz="1100" b="0" u="none" strike="noStrike">
                <a:solidFill>
                  <a:srgbClr val="0B4F6E"/>
                </a:solidFill>
                <a:effectLst/>
                <a:uFillTx/>
                <a:latin typeface="Consolas"/>
                <a:ea typeface="Consolas"/>
              </a:rPr>
              <a:t>SMTP_*</a:t>
            </a:r>
            <a:r>
              <a:rPr lang="en-US" sz="1200" b="0" u="none" strike="noStrike">
                <a:solidFill>
                  <a:srgbClr val="1A1A1A"/>
                </a:solidFill>
                <a:effectLst/>
                <a:uFillTx/>
                <a:latin typeface="Arial"/>
                <a:ea typeface="Arial"/>
              </a:rPr>
              <a:t>) — sending applications from Tab 4.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Application>LibreOffice/26.2.5.2$Linux_X86_64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2026-08-13T06:08:27Z</dcterms:modified>
  <cp:revision>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